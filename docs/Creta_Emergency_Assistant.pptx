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82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6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5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5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02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657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8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42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3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586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4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Creta Emergency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Prototype </a:t>
            </a:r>
            <a:r>
              <a:rPr dirty="0"/>
              <a:t>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procedures are buried in long manuals</a:t>
            </a:r>
          </a:p>
          <a:p>
            <a:r>
              <a:t>Generic chatbots can hallucinate</a:t>
            </a:r>
          </a:p>
          <a:p>
            <a:r>
              <a:t>This assistant gives manual-grounded, structured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+ Vite</a:t>
            </a:r>
          </a:p>
          <a:p>
            <a:r>
              <a:t>Backend: FastAPI with Retriever + Answer Builder</a:t>
            </a:r>
          </a:p>
          <a:p>
            <a:r>
              <a:t>Vector DB: Qdrant (local or server mode)</a:t>
            </a:r>
          </a:p>
          <a:p>
            <a:r>
              <a:t>Eval loop for continuous quality checks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3" name="Picture 2" descr="creta_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680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submits emergency query in UI</a:t>
            </a:r>
          </a:p>
          <a:p>
            <a:r>
              <a:t>Frontend calls POST /query</a:t>
            </a:r>
          </a:p>
          <a:p>
            <a:r>
              <a:t>Backend retrieves relevant manual chunks from Qdrant</a:t>
            </a:r>
          </a:p>
          <a:p>
            <a:r>
              <a:t>Structured JSON response returned to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React, </a:t>
            </a:r>
            <a:r>
              <a:rPr dirty="0" err="1"/>
              <a:t>Vite</a:t>
            </a:r>
            <a:r>
              <a:rPr dirty="0"/>
              <a:t>, </a:t>
            </a:r>
            <a:r>
              <a:rPr dirty="0" err="1"/>
              <a:t>TypeScript</a:t>
            </a:r>
            <a:endParaRPr dirty="0"/>
          </a:p>
          <a:p>
            <a:r>
              <a:rPr dirty="0"/>
              <a:t>Backend: </a:t>
            </a:r>
            <a:r>
              <a:rPr dirty="0" err="1"/>
              <a:t>FastAPI</a:t>
            </a:r>
            <a:r>
              <a:rPr dirty="0"/>
              <a:t>, </a:t>
            </a:r>
            <a:r>
              <a:rPr dirty="0" err="1"/>
              <a:t>Pydantic</a:t>
            </a:r>
            <a:endParaRPr dirty="0"/>
          </a:p>
          <a:p>
            <a:r>
              <a:rPr dirty="0" err="1"/>
              <a:t>Embeddings</a:t>
            </a:r>
            <a:r>
              <a:rPr dirty="0"/>
              <a:t>: </a:t>
            </a:r>
            <a:r>
              <a:rPr dirty="0" err="1"/>
              <a:t>fastembed</a:t>
            </a:r>
            <a:endParaRPr dirty="0"/>
          </a:p>
          <a:p>
            <a:r>
              <a:rPr dirty="0"/>
              <a:t>Vector DB: </a:t>
            </a:r>
            <a:r>
              <a:rPr dirty="0" err="1"/>
              <a:t>Qdrant</a:t>
            </a:r>
            <a:endParaRPr dirty="0"/>
          </a:p>
          <a:p>
            <a:r>
              <a:rPr dirty="0" err="1"/>
              <a:t>Evals</a:t>
            </a:r>
            <a:r>
              <a:rPr dirty="0"/>
              <a:t>: </a:t>
            </a:r>
            <a:r>
              <a:rPr dirty="0" err="1" smtClean="0"/>
              <a:t>pytest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Keyword-in-sources validation</a:t>
            </a:r>
          </a:p>
          <a:p>
            <a:r>
              <a:t>No context mixing</a:t>
            </a:r>
          </a:p>
          <a:p>
            <a:r>
              <a:t>Minimum steps enforcement</a:t>
            </a:r>
          </a:p>
          <a:p>
            <a:r>
              <a:t>Prevents regressions in RAG quality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– Next 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Observability and tracing</a:t>
            </a:r>
          </a:p>
          <a:p>
            <a:r>
              <a:rPr dirty="0"/>
              <a:t>Stronger citations and filters</a:t>
            </a:r>
          </a:p>
          <a:p>
            <a:r>
              <a:rPr dirty="0" smtClean="0"/>
              <a:t>Performance </a:t>
            </a:r>
            <a:r>
              <a:rPr dirty="0"/>
              <a:t>optimizations</a:t>
            </a:r>
          </a:p>
          <a:p>
            <a:r>
              <a:rPr dirty="0"/>
              <a:t>UX </a:t>
            </a:r>
            <a:r>
              <a:rPr lang="en-US" dirty="0" smtClean="0"/>
              <a:t>refinement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3</TotalTime>
  <Words>141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Creta Emergency Assistant</vt:lpstr>
      <vt:lpstr>Problem &amp; Value</vt:lpstr>
      <vt:lpstr>Architecture Overview</vt:lpstr>
      <vt:lpstr>System Architecture</vt:lpstr>
      <vt:lpstr>End-to-End Data Flow</vt:lpstr>
      <vt:lpstr>Tech Stack</vt:lpstr>
      <vt:lpstr>Quality &amp; Evaluation</vt:lpstr>
      <vt:lpstr>Roadmap – Next Version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Creta Emergency Assistant</dc:title>
  <dc:subject/>
  <dc:creator>Vinayak Ram R</dc:creator>
  <cp:keywords/>
  <dc:description>generated using python-pptx</dc:description>
  <cp:lastModifiedBy>Vinayak Ram R</cp:lastModifiedBy>
  <cp:revision>3</cp:revision>
  <dcterms:created xsi:type="dcterms:W3CDTF">2013-01-27T09:14:16Z</dcterms:created>
  <dcterms:modified xsi:type="dcterms:W3CDTF">2025-12-17T05:09:12Z</dcterms:modified>
  <cp:category/>
</cp:coreProperties>
</file>